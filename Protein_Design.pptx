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7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Protein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B0A0"/>
                </a:solidFill>
                <a:latin typeface="Calibri"/>
              </a:rPr>
              <a:t>From Sequence to Structure to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AlejandroCaloca / Protein-Design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What is Protein Design?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Key Approaches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Computational Tools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Deep-Learning Methods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Applications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Challenges &amp;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is Protein Design?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Goal: engineer proteins with desired structure, stability, or activity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Inverse of the protein-folding problem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Find a sequence that folds into a target 3-D shape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Two broad paradigms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De novo design  –  create entirely new folds not found in nature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Redesign  –  modify existing proteins to alter function or stability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Why it matters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Therapeutic proteins, enzymes, biosensors, biomaterials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Accelerates drug discovery and synthetic biology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Physics-based energy minimisation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Rosetta, FoldX  –  model van-der-Waals, H-bonds, electrostatics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Fragment-based assembly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Combine structural fragments from the PDB to build new backbones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Directed evolution (in-lab)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Iterative mutagenesis + selection to improve function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Machine-learning sequence design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Train on known structure–sequence pairs; sample new sequences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Computational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Rosetta Suite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RosettaDesign, RosettaFold, FastRelax, Enzyme Design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AlphaFold2 / ColabFold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High-accuracy structure prediction used to validate designs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PyMOL / ChimeraX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Visualisation and manual editing of protein structures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Modeller, GROMACS, OpenMM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Homology modelling and molecular-dynamics refinement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Deep-Learning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ProteinMPNN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Graph neural network for fixed-backbone sequence design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ESM (Evolutionary Scale Modelling)  –  Meta AI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Protein language model; ESM-IF1 for inverse folding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RFdiffusion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Diffusion model for de novo backbone generation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ProteinGenerator / Chroma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End-to-end diffusion over sequence + structure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LigandMPNN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Extends ProteinMPNN to account for small-molecule context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Therapeutics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Designed binders for viral antigens (e.g., SARS-CoV-2 RBD)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Miniproteins as potential antivirals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Enzymes &amp; Biocatalysis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Retro-aldolase, Kemp eliminase  –  reactions absent in nature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Biosensors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Fluorescent biosensors by embedding chromophore-binding sites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Biomaterials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Self-assembling protein cages, hydrogels, scaffolds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FFFFFF"/>
                </a:solidFill>
                <a:latin typeface="Calibri"/>
              </a:rPr>
              <a:t>▸ Synthetic Biology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    ◦ Orthogonal translation systems, logic-gate proteins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Challenges &amp; 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Experimental validation remains expensive and slow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High-throughput assays (PACE, cell-surface display) are helping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Accurately designing dynamics &amp; allostery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Most methods optimise static structure, not conformational change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Incorporating non-standard amino acids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Expanding the chemical alphabet for new function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Interpretability of deep-learning models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Understanding why a sequence folds as predicted</a:t>
            </a:r>
          </a:p>
          <a:p>
            <a:pPr>
              <a:spcBef>
                <a:spcPts val="400"/>
              </a:spcBef>
            </a:pPr>
            <a:r>
              <a:rPr sz="2000" b="1">
                <a:solidFill>
                  <a:srgbClr val="333333"/>
                </a:solidFill>
                <a:latin typeface="Calibri"/>
              </a:rPr>
              <a:t>▸ Future outlook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Fully automated design-build-test cycles</a:t>
            </a:r>
          </a:p>
          <a:p>
            <a:pPr lvl="1">
              <a:spcBef>
                <a:spcPts val="400"/>
              </a:spcBef>
            </a:pPr>
            <a:r>
              <a:rPr sz="1700" b="0">
                <a:solidFill>
                  <a:srgbClr val="333333"/>
                </a:solidFill>
                <a:latin typeface="Calibri"/>
              </a:rPr>
              <a:t>    ◦ Foundation models fine-tuned on wet-lab feedback loops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B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7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31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✔  Protein design bridges sequence, structure, and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✔  Physics-based and ML approaches are increasingly complementary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✔  Deep-learning tools (RFdiffusion, ProteinMPNN) are transforming the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✔  Experimental validation and interpretability remain open 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Thank you  |  github.com/AlejandroCaloca/Protein-Design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